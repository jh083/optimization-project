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455"/>
  </p:normalViewPr>
  <p:slideViewPr>
    <p:cSldViewPr snapToGrid="0" snapToObjects="1">
      <p:cViewPr varScale="1">
        <p:scale>
          <a:sx n="79" d="100"/>
          <a:sy n="79" d="100"/>
        </p:scale>
        <p:origin x="200" y="1624"/>
      </p:cViewPr>
      <p:guideLst/>
    </p:cSldViewPr>
  </p:slideViewPr>
  <p:notesTextViewPr>
    <p:cViewPr>
      <p:scale>
        <a:sx n="140" d="100"/>
        <a:sy n="140" d="100"/>
      </p:scale>
      <p:origin x="0" y="-4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72A"/>
                </a:solidFill>
                <a:latin typeface="Arial"/>
              </a:rPr>
              <a:t>Final Loss vs Learning Rate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0.005</c:v>
                </c:pt>
                <c:pt idx="1">
                  <c:v>0.010</c:v>
                </c:pt>
                <c:pt idx="2">
                  <c:v>0.030</c:v>
                </c:pt>
                <c:pt idx="3">
                  <c:v>0.050</c:v>
                </c:pt>
                <c:pt idx="4">
                  <c:v>0.100</c:v>
                </c:pt>
                <c:pt idx="5">
                  <c:v>0.200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9.0399999999999994E-2</c:v>
                </c:pt>
                <c:pt idx="1">
                  <c:v>7.2700000000000001E-2</c:v>
                </c:pt>
                <c:pt idx="2">
                  <c:v>6.4100000000000004E-2</c:v>
                </c:pt>
                <c:pt idx="3">
                  <c:v>6.4100000000000004E-2</c:v>
                </c:pt>
                <c:pt idx="4">
                  <c:v>7.0599999999999996E-2</c:v>
                </c:pt>
                <c:pt idx="5">
                  <c:v>7.0599999999999996E-2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0D-D440-ADDA-78A36EE245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SVRG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0.005</c:v>
                </c:pt>
                <c:pt idx="1">
                  <c:v>0.010</c:v>
                </c:pt>
                <c:pt idx="2">
                  <c:v>0.030</c:v>
                </c:pt>
                <c:pt idx="3">
                  <c:v>0.050</c:v>
                </c:pt>
                <c:pt idx="4">
                  <c:v>0.100</c:v>
                </c:pt>
                <c:pt idx="5">
                  <c:v>0.200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6.7500000000000004E-2</c:v>
                </c:pt>
                <c:pt idx="1">
                  <c:v>6.3200000000000006E-2</c:v>
                </c:pt>
                <c:pt idx="2">
                  <c:v>6.0400000000000002E-2</c:v>
                </c:pt>
                <c:pt idx="3">
                  <c:v>0.06</c:v>
                </c:pt>
                <c:pt idx="4">
                  <c:v>5.9900000000000002E-2</c:v>
                </c:pt>
                <c:pt idx="5">
                  <c:v>8.1799999999999998E-2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0D-D440-ADDA-78A36EE245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SAGA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0.005</c:v>
                </c:pt>
                <c:pt idx="1">
                  <c:v>0.010</c:v>
                </c:pt>
                <c:pt idx="2">
                  <c:v>0.030</c:v>
                </c:pt>
                <c:pt idx="3">
                  <c:v>0.050</c:v>
                </c:pt>
                <c:pt idx="4">
                  <c:v>0.100</c:v>
                </c:pt>
                <c:pt idx="5">
                  <c:v>0.200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6.7500000000000004E-2</c:v>
                </c:pt>
                <c:pt idx="1">
                  <c:v>6.3100000000000003E-2</c:v>
                </c:pt>
                <c:pt idx="2">
                  <c:v>6.0299999999999999E-2</c:v>
                </c:pt>
                <c:pt idx="3">
                  <c:v>6.1499999999999999E-2</c:v>
                </c:pt>
                <c:pt idx="4">
                  <c:v>6.2700000000000006E-2</c:v>
                </c:pt>
                <c:pt idx="5">
                  <c:v>0.10920000000000001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40D-D440-ADDA-78A36EE245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5.5E-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F7BDBFAD-1462-4D5F-07FF-8C38D2E0EC4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506793" cy="3041054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893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Hi, this is a reproducibility study of SAGA from the 2014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NeurIPS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paper.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compare SGD, SVRG, and SAGA on a convex ML problem, and focus on practical tradeoffs like runtime, stability, and gradient cost.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original paper claims that SAGA improves over SGD and SVRG by reducing gradient variance while keeping computation efficient.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implemented all three methods from scratch under the same setup and tested them on a real dataset.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goal is to check whether these theoretical advantages actually hold in practice — especially under fair, controlled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focus on three questions: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does SAGA actually beat SGD in final performance?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what is the tradeoff between convergence quality and compute cost?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third, how sensitive are these methods to the learning rate?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most of the paper’s claims hold — but with some important caveats.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SAGA does achieve lower final loss than SGD.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also uses far fewer gradient evaluations than SVRG.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we found that SAGA only matches SVRG’s performance when the learning rate is properly tuned.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fixed learning rate, SAGA can underperform — which is something the original paper doesn’t emphasize.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main tradeoff.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SVRG achieves the lowest final loss, but requires about 3× more gradient evaluations due to full gradient passes.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SGD is the fastest in runtime, but plateaus at a higher objective.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SAGA sits in between — it matches SGD’s gradient budget while getting closer to SVRG’s final loss.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tune the learning rate, SAGA becomes very competitive.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right learning rate, it achieves nearly the same loss as SVRG, but at only one-third of the gradient cost.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if we use the wrong learning rate, performance drops noticeably.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tuning matters much more for SAGA than expected.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at stability across random seeds, SVRG is by far the most stable.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variance is almost zero, while SGD shows much higher variability.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empirically confirms the benefit of variance reduction in practice.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study adds three practical insights not emphasized in the paper.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SAGA is quite sensitive to learning rate when not tuned individually.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 tradeoff between compute and accuracy becomes much clearer when measured in gradient evaluations.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third, the stability benefits of variance reduction show up very clearly across random seeds.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main limitation is that we only used a single small dataset.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didn’t run full multi-seed experiments for SAGA.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while the trends are clear, larger-scale validation would strengthen the conclusions.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summarize: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SVRG gives the best accuracy and stability, but is computationally expensive.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SGD is fastest, but less accurate and more noisy.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SAGA provides the best balance — it achieves near-SVRG performance at much lower cost, but requires careful tuning.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choice depends on whether you prioritize speed, reliability, or efficiency.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SAGA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08483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Defazio, Bach &amp; Lacoste-Julien (NeurIPS 2014)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SAGA really beat SGD and SVRG on a convex ML problem?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44622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Jihyun Kim  &amp;  William Zhang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16002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claim (Defazio et al. 2014)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has better theoretical convergence than SAG &amp; SVRG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gradient estimator + O(nd)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to strong convexity — no need to know 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600200"/>
            <a:ext cx="502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7720" y="13990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212080" y="804672"/>
            <a:ext cx="365760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49240" y="8686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reproducibility study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23444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SAGA from scratch vs SGD &amp; SVRG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same epochs, locked comparison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gradient correctness (finite-diff error &lt; 10⁻¹⁰)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78608"/>
            <a:ext cx="2651760" cy="1325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· cheap per step · noisy gradients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578608"/>
            <a:ext cx="265176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full gradient · variance reduced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2578608"/>
            <a:ext cx="265176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table · unbiased estimator · low compute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77640"/>
            <a:ext cx="850392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98678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note: Original paper used MNIST, COVTYPE, IJCNN1, MILLIONSONG. We use sklearn Breast Cancer (n=569, d=30) — a different benchmark.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4165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Theoretical claims need empirical validation — do SAGA's advantages hold on a real ML task, even with a different dataset?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SAGA's variance reduction actually outperform plain SGD in final loss?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tradeoff between convergence quality and computational cost?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20040" y="3429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sensitive is SAGA to the learning rate compared to SGD and SVRG?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CLAIMS vs OUR FINDINGS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6908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Defazio et al. (2014) claims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40690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empirical results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0690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9903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converges faster than SGD (lower final loss)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53312"/>
            <a:ext cx="4069080" cy="8046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39903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SAGA (tuned) achieves 0.0603 vs SGD 0.0641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uses fewer gradient evaluations than SVRG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4069080" cy="8046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228600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SAGA uses ~17K evals vs SVRG's 51K evals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127248"/>
            <a:ext cx="40690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7296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matches SVRG convergence quality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127248"/>
            <a:ext cx="4069080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17296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Partially: only when lr is tuned (0.03); locked lr (0.10) underperforms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014216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is robust and practical with O(nd) memory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4014216"/>
            <a:ext cx="4069080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405993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fine here (138 KB), but LR sensitivity is a real practical concern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62272" y="777240"/>
            <a:ext cx="0" cy="402336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achieves the best loss — but costs 3× more gradient evaluations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096036"/>
              </p:ext>
            </p:extLst>
          </p:nvPr>
        </p:nvGraphicFramePr>
        <p:xfrm>
          <a:off x="320040" y="1600200"/>
          <a:ext cx="8503920" cy="1645920"/>
        </p:xfrm>
        <a:graphic>
          <a:graphicData uri="http://schemas.openxmlformats.org/drawingml/2006/table">
            <a:tbl>
              <a:tblPr/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Loss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 Evals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SVRG 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0.0599 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51,210 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320040" y="3383280"/>
            <a:ext cx="8503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reaches lowest loss, but pays for a full gradient pass every epoch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is fastest (wall-clock) — but plateaus at a higher, noisier objective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matches SGD's gradient budget while staying closer to SVRG's loss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matches SVRG accuracy at ⅓ the gradient cost — if tuned correctly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0040" y="1572768"/>
          <a:ext cx="8503920" cy="23317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 Evals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SGD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51,210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−6.5% loss, 3× evals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 (locked)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−2.2% loss — wrong LR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 (tuned)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−6.0% loss, ⅓ the evals!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041648"/>
            <a:ext cx="411480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/>
          <p:nvPr/>
        </p:nvSpPr>
        <p:spPr>
          <a:xfrm>
            <a:off x="457200" y="405993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tuned achieves near-SVRG accuracy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only ⅓ the gradient evaluation cost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4041648"/>
            <a:ext cx="411480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405993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LR (0.10) costs SAGA 0.0024 in loss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matters more here than for SGD or SVRG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methods are learning-rate sensitive — SVRG is the most stable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608432489"/>
              </p:ext>
            </p:extLst>
          </p:nvPr>
        </p:nvGraphicFramePr>
        <p:xfrm>
          <a:off x="1017082" y="1673353"/>
          <a:ext cx="4506793" cy="30410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600200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2648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Stability Check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(seeds 0, 1, 2)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286000"/>
          <a:ext cx="2743200" cy="90525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080760" y="329184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std = 9×10⁻⁶ vs SGD std = 1.3×10⁻³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 = variance-stable training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PERSPECTIVES FROM OUR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original paper didn't tell us: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10515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10972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LR exposes SAGA's fragility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77393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Defazio et al. report results at each method's optimal LR. We show that SAGA degrades meaningfully under a shared fixed LR — a practical scenario the paper glosses over.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523744"/>
            <a:ext cx="8503920" cy="10515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523744"/>
            <a:ext cx="10972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is clearer with gradient-eval budget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focuses on theory. We quantify the compute-accuracy tradeoff explicitly: SAGA achieves SVRG-level loss at ⅓ the gradient evaluations when properly tuned.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694176"/>
            <a:ext cx="85039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694176"/>
            <a:ext cx="10972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7673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stability reveals variance reduction in practice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SVRG's std loss across seeds (9×10⁻⁶) is 150× lower than SGD's (1.3×10⁻³) — empirically confirming the theoretical variance-reduction guarantee in a concrete ML setting.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6908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69080" cy="10789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91440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6550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(n=569, d=30) is small and clean. Results may not hold on larger, sparser, or ill-conditioned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450592"/>
            <a:ext cx="4069080" cy="10789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450592"/>
            <a:ext cx="91440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5237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benchmark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8437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 used MNIST, COVTYPE, IJCNN1, MILLIONSONG. Direct comparison to paper figures is not possible.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639312"/>
            <a:ext cx="4069080" cy="10789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639312"/>
            <a:ext cx="91440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7124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seeds for SVRG/SGD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40325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check excludes SAGA; a full multi-seed study across all three methods would be more rigorous.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777240"/>
            <a:ext cx="40690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7772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4069080" cy="107899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261872"/>
            <a:ext cx="914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6048" y="1335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more datasets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16550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large dense dataset (e.g. COVTYPE, 581K samples) and a sparse one (e.g. RCV1) to test whether findings generalize.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450592"/>
            <a:ext cx="4069080" cy="107899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450592"/>
            <a:ext cx="914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25237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multi-seed study for SAGA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28437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SAGA across seeds 0–4 at both lr=0.03 and lr=0.10 to properly quantify its variance relative to SGD and SVRG.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639312"/>
            <a:ext cx="4069080" cy="107899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639312"/>
            <a:ext cx="914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56048" y="37124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 variants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56048" y="40325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SAGA with step-decay or line search, which the original paper suggests but we did not explore.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475488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verdict: SAGA's core claims hold — with an important asterisk on LR sensitivity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83210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wins on accuracy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2938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final loss; very stable across seeds. Costs 3× gradient evaluations.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83210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243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is the efficiency sweet spot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lr=0.03, nearly matches SVRG at ⅓ the gradient budget. Confirmed!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611880"/>
            <a:ext cx="832104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758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your learning 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03250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degrade with poor LR — especially SAGA. The paper underplays this.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SGD for speed  ·  SVRG for reliability  ·  SAGA for balanced efficiency (with tuning)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1504</Words>
  <Application>Microsoft Macintosh PowerPoint</Application>
  <PresentationFormat>On-screen Show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Reproducing SAGA – SGD vs SVRG vs SAGA</dc:title>
  <dc:subject>PptxGenJS Presentation</dc:subject>
  <dc:creator>PptxGenJS</dc:creator>
  <cp:lastModifiedBy>Jihyun Kim</cp:lastModifiedBy>
  <cp:revision>3</cp:revision>
  <dcterms:created xsi:type="dcterms:W3CDTF">2026-04-20T01:02:37Z</dcterms:created>
  <dcterms:modified xsi:type="dcterms:W3CDTF">2026-04-20T01:25:56Z</dcterms:modified>
</cp:coreProperties>
</file>