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DD702-FA82-F1A4-FA69-D0DD4385B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684B3A-7DEA-575A-F6AF-DA2D76B364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4E72A-64AB-2511-0773-DAC0753AA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0F955-ED14-844A-B65E-5E2D8E770CDB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BD891-1B15-9915-033F-ED763733C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E551B-2362-5D76-86D5-26C0BD0C8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EFF4B-942C-BC4C-A893-6705ACF4F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887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EF735-520F-14B6-8573-36FB1E1F7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4D52F-EBB6-27FB-9795-0E19BB966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FFF50-35D7-5F88-AD0D-5E42CF15E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0F955-ED14-844A-B65E-5E2D8E770CDB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0093A-AC19-085C-0AA7-C7ECEA4C5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9AC68-3889-9660-9D34-438EB27BB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EFF4B-942C-BC4C-A893-6705ACF4F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097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6F1AB-7785-891E-826A-82379F1F0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0D53B-5D61-DB80-8D19-3D5F0162E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F6AD5-F523-A54C-CD85-A248B5D39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0F955-ED14-844A-B65E-5E2D8E770CDB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FD710-B5E7-9355-D2C7-C406BF5B3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54BB2-FB8E-EBD1-8BE4-82CE5013C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EFF4B-942C-BC4C-A893-6705ACF4F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785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9004A-6B17-B098-C9CB-9E9498526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2F8B3-87D0-38E3-3210-778465EBF8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90B301-FC52-C538-BF56-5D1461EE3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71CD8-90E6-0E31-BB5E-DF0867FCE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0F955-ED14-844A-B65E-5E2D8E770CDB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1EC12-0B57-3D5A-00CA-DE6986625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DECB6C-6133-D707-3300-8F756001F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EFF4B-942C-BC4C-A893-6705ACF4F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03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9F5A-ACEC-D54E-D4CD-DD33C7F7E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4BDA4-B5AC-5904-A402-D95467E05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49CA5C-9EE3-B1BF-101D-6278B287A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1C75BB-52CD-EBBA-D406-921A65C72F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4E429E-2A4C-8D93-04C5-0149754F4F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A70C26-45D9-F18E-F187-F85DF32D5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0F955-ED14-844A-B65E-5E2D8E770CDB}" type="datetimeFigureOut">
              <a:rPr lang="en-US" smtClean="0"/>
              <a:t>4/12/26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094A60-9B8B-9025-9F69-7C65182C3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CAB88A-54A2-AE0F-4041-DC03B2A4F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EFF4B-942C-BC4C-A893-6705ACF4F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694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2AA1E-7163-5649-14F8-3462F7AE3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2FDA0D-0571-5FC5-04B3-789038398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0F955-ED14-844A-B65E-5E2D8E770CDB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CE6C15-DED1-D706-CD3F-1F11B724A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AA2E65-6145-E633-0136-7E2DB574D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EFF4B-942C-BC4C-A893-6705ACF4F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507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50E832-C278-ADE5-978F-F3DB833FC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0F955-ED14-844A-B65E-5E2D8E770CDB}" type="datetimeFigureOut">
              <a:rPr lang="en-US" smtClean="0"/>
              <a:t>4/12/26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DF6EAD-A101-BF5F-7380-EFBE41A7C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1A4B4-89FE-B5C4-78C7-E4BF22981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EFF4B-942C-BC4C-A893-6705ACF4F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38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79720-B140-7C81-2F5A-53B991981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FE5DF-1122-0896-3690-DF681BEB7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40B0E0-3801-F675-6CAA-93E2DAC5C3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F848ED-2216-14DD-6F24-CF0B3E27A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0F955-ED14-844A-B65E-5E2D8E770CDB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BF2212-8B85-028A-1DFA-E6739BECA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123A1-8853-0A71-80D0-88C6ADC0C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EFF4B-942C-BC4C-A893-6705ACF4F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71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9B55E-2F4C-CD64-6443-4DD213179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85152C-C1FB-2002-BE48-B88418A74C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14CF40-9654-9B58-EECB-E4C29EA81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950E8-DA40-2B11-77A9-6A61AE6F9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0F955-ED14-844A-B65E-5E2D8E770CDB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80E121-C98B-B82F-05E7-54F2C53EC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02BFC-9AF2-F774-2893-D71A4AE9A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EFF4B-942C-BC4C-A893-6705ACF4F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292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4A650-1A13-BC4B-509A-FC685C3BE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C8ADEA-1905-F37E-92CD-386974F5C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C4976-5350-94CE-8FEE-88B5F1FEF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0F955-ED14-844A-B65E-5E2D8E770CDB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99F7D-DDA6-EC12-FDA5-A054C4516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3D048-D4EE-6E3B-8A8D-6C0D10F9E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EFF4B-942C-BC4C-A893-6705ACF4F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566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59D153-3120-9F16-B315-DFC9EB77D8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15DB68-4204-2EED-EAFF-4BBE8D5D60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AEA89-FDB1-6B24-660C-35D43514D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0F955-ED14-844A-B65E-5E2D8E770CDB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DB76D-B1A5-3B57-912B-3623A1CB3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3A21D-CB40-6E60-E428-D3897FAD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EFF4B-942C-BC4C-A893-6705ACF4F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472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5210A3-14B8-C4FC-F31F-053D37A91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CDDAD9-5EFE-AA85-CC17-5474FF993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1434A-78C4-8E36-0941-0533353E86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20F955-ED14-844A-B65E-5E2D8E770CDB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ECF2B-5C08-61C9-2355-80DA053F7D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7B2DD-00FE-A9E8-A80A-FDCAE183E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3EFF4B-942C-BC4C-A893-6705ACF4F6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832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ascosslibrary.org.au/how-to/give-good-lightning-talk" TargetMode="External"/><Relationship Id="rId2" Type="http://schemas.openxmlformats.org/officeDocument/2006/relationships/hyperlink" Target="https://libguides.usc.edu/LightningTalk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6AC2E-65C9-C29E-D6AB-448B6B57A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179" y="849980"/>
            <a:ext cx="9144000" cy="2387600"/>
          </a:xfrm>
        </p:spPr>
        <p:txBody>
          <a:bodyPr/>
          <a:lstStyle/>
          <a:p>
            <a:r>
              <a:rPr lang="en-US" dirty="0"/>
              <a:t>Title: 18660/18460 Lightning Talk Template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73DFEC-F134-6081-65DF-80E43C277D6B}"/>
              </a:ext>
            </a:extLst>
          </p:cNvPr>
          <p:cNvSpPr txBox="1"/>
          <p:nvPr/>
        </p:nvSpPr>
        <p:spPr>
          <a:xfrm>
            <a:off x="3815256" y="3533791"/>
            <a:ext cx="5306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Team members 1, Team member 2, Team member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C1E9C4-7418-A84B-EDF7-6B31774BCC2B}"/>
              </a:ext>
            </a:extLst>
          </p:cNvPr>
          <p:cNvSpPr txBox="1"/>
          <p:nvPr/>
        </p:nvSpPr>
        <p:spPr>
          <a:xfrm>
            <a:off x="771810" y="3976695"/>
            <a:ext cx="10363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Note</a:t>
            </a:r>
            <a:r>
              <a:rPr lang="en-US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While this template </a:t>
            </a:r>
            <a:r>
              <a:rPr lang="en-US"/>
              <a:t>is made in </a:t>
            </a:r>
            <a:r>
              <a:rPr lang="en-US" dirty="0"/>
              <a:t>pptx, you are free to use other formats (google slides, keynote, latex, pdf,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don’t need to strictly follow this template – use it as a guideline on the style of the lightning talk. For example, you can reduce/increase the number of take-home messages, add extra slide for additional figure/table/equation that you believe will help the audience understand better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5-minute time limit is strictly enforced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274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2F9A1-15EE-A5AE-3E6A-54DBA9016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/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3DD9D-BFFD-2A26-72C7-FA2D3033F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problem are you studying?</a:t>
            </a:r>
          </a:p>
          <a:p>
            <a:pPr lvl="1"/>
            <a:r>
              <a:rPr lang="en-US" dirty="0" err="1"/>
              <a:t>E.g</a:t>
            </a:r>
            <a:r>
              <a:rPr lang="en-US" dirty="0"/>
              <a:t> we want to reproduce the X optimizer, which is … </a:t>
            </a:r>
          </a:p>
          <a:p>
            <a:pPr lvl="1"/>
            <a:r>
              <a:rPr lang="en-US" dirty="0"/>
              <a:t>E.g. we want to use optimization to solve an application in X area, which is …</a:t>
            </a:r>
          </a:p>
          <a:p>
            <a:r>
              <a:rPr lang="en-US" dirty="0"/>
              <a:t>Why does it matter? </a:t>
            </a:r>
          </a:p>
          <a:p>
            <a:pPr lvl="1"/>
            <a:r>
              <a:rPr lang="en-US" dirty="0"/>
              <a:t>E.g. The X optimizer has the potential to greatly improve the efficiency of …</a:t>
            </a:r>
          </a:p>
          <a:p>
            <a:pPr lvl="1"/>
            <a:r>
              <a:rPr lang="en-US" dirty="0"/>
              <a:t>E.g. The application area is important because… </a:t>
            </a:r>
          </a:p>
          <a:p>
            <a:r>
              <a:rPr lang="en-US" dirty="0"/>
              <a:t>Provide concise context/explanations</a:t>
            </a:r>
          </a:p>
          <a:p>
            <a:pPr lvl="1"/>
            <a:r>
              <a:rPr lang="en-US" dirty="0"/>
              <a:t>No need to provide extensive details. Instead, details should be provided in the project report.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4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B6917-CE95-FB10-A91B-1BC11DDCD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C9AC9-7AE6-9C03-93DD-6B903E6E2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What is the </a:t>
            </a:r>
            <a:r>
              <a:rPr lang="en-US" b="1" dirty="0"/>
              <a:t>main question(s)</a:t>
            </a:r>
            <a:r>
              <a:rPr lang="en-US" dirty="0"/>
              <a:t> your project tries to answer? </a:t>
            </a:r>
          </a:p>
          <a:p>
            <a:pPr marL="0" indent="0">
              <a:buNone/>
            </a:pPr>
            <a:r>
              <a:rPr lang="en-US" dirty="0"/>
              <a:t>Be precise and concrete </a:t>
            </a:r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/>
              <a:t>“Does method A outperform method B under X condition?” </a:t>
            </a:r>
          </a:p>
          <a:p>
            <a:r>
              <a:rPr lang="en-US" dirty="0"/>
              <a:t>“How does parameter </a:t>
            </a:r>
            <a:r>
              <a:rPr lang="el-GR" dirty="0"/>
              <a:t>α </a:t>
            </a:r>
            <a:r>
              <a:rPr lang="en-US" dirty="0"/>
              <a:t>affect convergence speed?” </a:t>
            </a:r>
          </a:p>
          <a:p>
            <a:r>
              <a:rPr lang="en-US" dirty="0"/>
              <a:t>“Can we scale method X to larger problems?” </a:t>
            </a:r>
          </a:p>
          <a:p>
            <a:r>
              <a:rPr lang="en-US" dirty="0"/>
              <a:t>“Can optimization methods help improve  XX in XX application?”</a:t>
            </a:r>
          </a:p>
          <a:p>
            <a:r>
              <a:rPr lang="en-US" dirty="0"/>
              <a:t>“Is there tradeoff between Y and Z”?</a:t>
            </a:r>
          </a:p>
          <a:p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843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8D00E-885D-A76E-8043-2D4EA7986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home message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F3899-5D58-A167-D53A-74DD8CA7C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take home message: </a:t>
            </a:r>
          </a:p>
          <a:p>
            <a:pPr lvl="1"/>
            <a:r>
              <a:rPr lang="en-US" dirty="0"/>
              <a:t>The X optimizer works better compared to standard benchmarks</a:t>
            </a:r>
          </a:p>
          <a:p>
            <a:pPr lvl="1"/>
            <a:r>
              <a:rPr lang="en-US" dirty="0"/>
              <a:t>The optimization formulation can help improve the X metric in X application </a:t>
            </a:r>
          </a:p>
          <a:p>
            <a:r>
              <a:rPr lang="en-US" dirty="0"/>
              <a:t>Add key figure/table</a:t>
            </a:r>
          </a:p>
          <a:p>
            <a:r>
              <a:rPr lang="en-US" dirty="0"/>
              <a:t>1-2 bullet to explain the figure/table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328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6417-DE9E-9DF0-8EE2-63DFCF890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home message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098C2-3F0F-5463-0CDA-2D4F08E7D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take home message: </a:t>
            </a:r>
          </a:p>
          <a:p>
            <a:pPr lvl="1"/>
            <a:r>
              <a:rPr lang="en-US" dirty="0"/>
              <a:t>The X optimizer is very sensitive to X parameter</a:t>
            </a:r>
          </a:p>
          <a:p>
            <a:pPr lvl="1"/>
            <a:r>
              <a:rPr lang="en-US" dirty="0"/>
              <a:t>The optimization formulation exhibits a tradeoff between Y and Z</a:t>
            </a:r>
          </a:p>
          <a:p>
            <a:pPr lvl="1"/>
            <a:endParaRPr lang="en-US" dirty="0"/>
          </a:p>
          <a:p>
            <a:r>
              <a:rPr lang="en-US" dirty="0"/>
              <a:t>Add key figure/table</a:t>
            </a:r>
          </a:p>
          <a:p>
            <a:r>
              <a:rPr lang="en-US" dirty="0"/>
              <a:t>1-2 bullet to explain the figure/table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809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E3E70-EA51-4F4F-E770-1757A5B9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782B7-7CCC-67CB-AE55-D12B1E085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home message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3FEE5-5574-688C-20A5-B39C92216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take home message: </a:t>
            </a:r>
          </a:p>
          <a:p>
            <a:pPr lvl="1"/>
            <a:r>
              <a:rPr lang="en-US" dirty="0"/>
              <a:t>The optimizer works on dataset A, but does not work as good in dataset B</a:t>
            </a:r>
          </a:p>
          <a:p>
            <a:pPr lvl="1"/>
            <a:r>
              <a:rPr lang="en-US" dirty="0"/>
              <a:t>The optimization formulation faces limitation in real-world due to… </a:t>
            </a:r>
          </a:p>
          <a:p>
            <a:endParaRPr lang="en-US" dirty="0"/>
          </a:p>
          <a:p>
            <a:r>
              <a:rPr lang="en-US" dirty="0"/>
              <a:t>Add key figure/table</a:t>
            </a:r>
          </a:p>
          <a:p>
            <a:r>
              <a:rPr lang="en-US" dirty="0"/>
              <a:t>1-2 bullet to explain the figure/table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417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C244B-76E4-5E0C-EB15-DD3A5C563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for lightening talk (this is not part of the template)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BC9B3-8B70-1080-6909-D252AF9C8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A strong lightening talk should:</a:t>
            </a:r>
          </a:p>
          <a:p>
            <a:pPr lvl="1"/>
            <a:r>
              <a:rPr lang="en-US" dirty="0"/>
              <a:t>Be question-driven</a:t>
            </a:r>
            <a:r>
              <a:rPr lang="en-US" b="1" dirty="0"/>
              <a:t>: </a:t>
            </a:r>
            <a:r>
              <a:rPr lang="en-US" dirty="0"/>
              <a:t>Everything revolves around one (or a few) question(s)</a:t>
            </a:r>
          </a:p>
          <a:p>
            <a:pPr lvl="1"/>
            <a:r>
              <a:rPr lang="en-US" dirty="0"/>
              <a:t>Emphasize take home message, not process</a:t>
            </a:r>
            <a:r>
              <a:rPr lang="en-US" b="1" dirty="0"/>
              <a:t>. </a:t>
            </a:r>
            <a:r>
              <a:rPr lang="en-US" dirty="0"/>
              <a:t>Focus on:  What did you discover?  What surprised you?  Not:  What did you do (if this is not related to your take-home message)</a:t>
            </a:r>
          </a:p>
          <a:p>
            <a:pPr marL="0" indent="0">
              <a:buNone/>
            </a:pPr>
            <a:r>
              <a:rPr lang="en-US" b="1" dirty="0"/>
              <a:t>What NOT to include</a:t>
            </a:r>
          </a:p>
          <a:p>
            <a:pPr lvl="1"/>
            <a:r>
              <a:rPr lang="en-US" dirty="0"/>
              <a:t>No complicated derivations, dense equations. Equations that explain the algorithm/formulation should be simple</a:t>
            </a:r>
          </a:p>
          <a:p>
            <a:pPr lvl="1"/>
            <a:r>
              <a:rPr lang="en-US" dirty="0"/>
              <a:t>No dense literature review. </a:t>
            </a:r>
          </a:p>
          <a:p>
            <a:pPr lvl="1"/>
            <a:r>
              <a:rPr lang="en-US" dirty="0"/>
              <a:t>No extensive implementation detail or explanations</a:t>
            </a:r>
          </a:p>
          <a:p>
            <a:pPr lvl="1"/>
            <a:r>
              <a:rPr lang="en-US" dirty="0"/>
              <a:t>The full equations/derivations/literature reviews/explanations/implementations should be documented in the project report, not in the lightning talk</a:t>
            </a:r>
          </a:p>
          <a:p>
            <a:pPr marL="0" indent="0">
              <a:buNone/>
            </a:pPr>
            <a:r>
              <a:rPr lang="en-US" b="1" dirty="0"/>
              <a:t>Final Tips</a:t>
            </a:r>
          </a:p>
          <a:p>
            <a:pPr lvl="1"/>
            <a:r>
              <a:rPr lang="en-US" dirty="0"/>
              <a:t>Imagine you want to use 5-min to explain your project to your friend, what would you want them to remember? </a:t>
            </a:r>
          </a:p>
          <a:p>
            <a:pPr lvl="1"/>
            <a:r>
              <a:rPr lang="en-US" dirty="0"/>
              <a:t>If the audience remembers only 3 things from your talk, those should be exactly your 3 take-home messages.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Some external resources on how to give a good lightning talk: </a:t>
            </a:r>
          </a:p>
          <a:p>
            <a:pPr lvl="1"/>
            <a:r>
              <a:rPr lang="en-US" dirty="0">
                <a:hlinkClick r:id="rId2"/>
              </a:rPr>
              <a:t>https://libguides.usc.edu/LightningTalks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https://www.tascosslibrary.org.au/how-to/give-good-lightning-talk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4136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619</Words>
  <Application>Microsoft Macintosh PowerPoint</Application>
  <PresentationFormat>Widescreen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Title: 18660/18460 Lightning Talk Template</vt:lpstr>
      <vt:lpstr>Background / Motivation</vt:lpstr>
      <vt:lpstr>Key Question</vt:lpstr>
      <vt:lpstr>Take home message 1</vt:lpstr>
      <vt:lpstr>Take home message 2</vt:lpstr>
      <vt:lpstr>Take home message 3</vt:lpstr>
      <vt:lpstr>Tips for lightening talk (this is not part of the template)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Guannan Qu</dc:creator>
  <cp:lastModifiedBy>Guannan Qu</cp:lastModifiedBy>
  <cp:revision>16</cp:revision>
  <dcterms:created xsi:type="dcterms:W3CDTF">2026-04-13T01:41:43Z</dcterms:created>
  <dcterms:modified xsi:type="dcterms:W3CDTF">2026-04-13T02:24:34Z</dcterms:modified>
</cp:coreProperties>
</file>