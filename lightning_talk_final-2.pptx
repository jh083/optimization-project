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59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76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72A"/>
                </a:solidFill>
                <a:latin typeface="Arial"/>
              </a:rPr>
              <a:t>Final Loss vs Learning Rate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SGD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9.0399999999999994E-2</c:v>
                </c:pt>
                <c:pt idx="1">
                  <c:v>7.2700000000000001E-2</c:v>
                </c:pt>
                <c:pt idx="2">
                  <c:v>6.4100000000000004E-2</c:v>
                </c:pt>
                <c:pt idx="3">
                  <c:v>6.4100000000000004E-2</c:v>
                </c:pt>
                <c:pt idx="4">
                  <c:v>7.0599999999999996E-2</c:v>
                </c:pt>
                <c:pt idx="5">
                  <c:v>7.0599999999999996E-2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B1-584B-BB17-BB600665F1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SVRG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6.7500000000000004E-2</c:v>
                </c:pt>
                <c:pt idx="1">
                  <c:v>6.3200000000000006E-2</c:v>
                </c:pt>
                <c:pt idx="2">
                  <c:v>6.0400000000000002E-2</c:v>
                </c:pt>
                <c:pt idx="3">
                  <c:v>0.06</c:v>
                </c:pt>
                <c:pt idx="4">
                  <c:v>5.9900000000000002E-2</c:v>
                </c:pt>
                <c:pt idx="5">
                  <c:v>8.1799999999999998E-2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B1-584B-BB17-BB600665F15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SAGA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0.005</c:v>
                </c:pt>
                <c:pt idx="1">
                  <c:v>0.010</c:v>
                </c:pt>
                <c:pt idx="2">
                  <c:v>0.030</c:v>
                </c:pt>
                <c:pt idx="3">
                  <c:v>0.050</c:v>
                </c:pt>
                <c:pt idx="4">
                  <c:v>0.100</c:v>
                </c:pt>
                <c:pt idx="5">
                  <c:v>0.200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6.7500000000000004E-2</c:v>
                </c:pt>
                <c:pt idx="1">
                  <c:v>6.3100000000000003E-2</c:v>
                </c:pt>
                <c:pt idx="2">
                  <c:v>6.0299999999999999E-2</c:v>
                </c:pt>
                <c:pt idx="3">
                  <c:v>6.1499999999999999E-2</c:v>
                </c:pt>
                <c:pt idx="4">
                  <c:v>6.2700000000000006E-2</c:v>
                </c:pt>
                <c:pt idx="5">
                  <c:v>0.10920000000000001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B1-584B-BB17-BB600665F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5.5E-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75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SAGA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208483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Defazio, Bach &amp; Lacoste-Julien (NeurIPS 2014)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SAGA really beat SGD and SVRG in optimization and on a held-out validation set?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85569" y="368960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Jihyun Kim  &amp;  William Zhang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 &amp; 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SAGA's theoretical advantages be confirmed empirically?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69080" cy="1691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 et al. claim SAGA…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faster than SGD (lower final loss)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fewer grad evals than SVRG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gradient estimator - O(nd)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to strong convexity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06908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 this by…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938528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SGD, SVRG, SAGA from scratch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sweep + locked comparison across 30 epochs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correctness check (finite-diff error &lt; 10⁻¹⁰)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Novel: validation loss on held-out 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337560"/>
            <a:ext cx="85039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note: Original paper used MNIST, COVTYPE, IJCNN1, MILLIONSONG. We use sklearn Breast Cancer (n=569, d=30), a different benchmark.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85876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Does variance reduction beat SGD?   Q2: Is there a compute–accuracy tradeoff?   Q3: Does better training → better generalization?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achieves the best training loss, but all three tie on the validation set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130961"/>
              </p:ext>
            </p:extLst>
          </p:nvPr>
        </p:nvGraphicFramePr>
        <p:xfrm>
          <a:off x="320040" y="1536192"/>
          <a:ext cx="7315200" cy="2011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 Evals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SVRG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0.05580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40,950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363931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train split (n=455, 80/20 stratified split). F* ≈ 0.05576 estimated via L-BFGS-B.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39776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SVRG: lowest train loss (0.05580) but 3× grad evals - confirmed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SAGA: nearly matches SVRG train loss at same cost as SGD - confirmed 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all three cluster at 0.085-0.088 - optimizer precision doesn't improve generalization 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are LR-sensitive - SVRG is most stable across seeds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5087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508760"/>
            <a:ext cx="2880360" cy="170400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16002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Stability (seeds 0–2)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177658"/>
              </p:ext>
            </p:extLst>
          </p:nvPr>
        </p:nvGraphicFramePr>
        <p:xfrm>
          <a:off x="6012180" y="1966210"/>
          <a:ext cx="2743200" cy="117043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0.00134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0.000009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SAGA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200" dirty="0">
                        <a:solidFill>
                          <a:srgbClr val="00206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45916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89320" y="3347378"/>
            <a:ext cx="2880360" cy="55406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126480" y="3383280"/>
            <a:ext cx="2606040" cy="476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steepest drop </a:t>
            </a: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</a:t>
            </a: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most sensitive to LR choice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89320" y="4036052"/>
            <a:ext cx="2880360" cy="673108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126480" y="4124618"/>
            <a:ext cx="2606040" cy="49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std 150× lower than SGD </a:t>
            </a: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</a:t>
            </a: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variance reduction works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 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converges linearly - SGD and SAGA plateau within budget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08760"/>
            <a:ext cx="53035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508760"/>
            <a:ext cx="2971800" cy="102412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1508760"/>
            <a:ext cx="9144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53328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SVRG: linear convergence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53328" y="1901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Descends to ~4×10⁻⁵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improving at 41K evals. Matches theory.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2971800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52160" y="2651760"/>
            <a:ext cx="91440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53328" y="2715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SGD: noisy plateau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53328" y="3044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Oscillates at ~10⁻³. Variance reduction is visibly needed.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3794760"/>
            <a:ext cx="2971800" cy="102412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52160" y="3794760"/>
            <a:ext cx="9144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53328" y="3858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SAGA: leads early, then stops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53328" y="4187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Descends steeper than SVRG in first ~5K evals. </a:t>
            </a:r>
          </a:p>
          <a:p>
            <a:pPr marL="171450" indent="-171450">
              <a:buFontTx/>
              <a:buChar char="-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overtakes at ~8K.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73152"/>
            <a:ext cx="137160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73152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generalize equally well, SVRG's extra compute doesn't help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08760"/>
            <a:ext cx="530352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52160" y="1508760"/>
            <a:ext cx="2971800" cy="102412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52160" y="1508760"/>
            <a:ext cx="9144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53328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converge to ~0.085–0.09 val loss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53328" y="1901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large training loss differences, all three reach the same validation performance.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2651760"/>
            <a:ext cx="297180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651760"/>
            <a:ext cx="91440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53328" y="2715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SVRG's 3× compute yields no val gain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53328" y="3044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51K grad evals → val loss ~0.088. No better than SGD or SAGA at 17K evals.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0" y="3794760"/>
            <a:ext cx="2971800" cy="102412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52160" y="3794760"/>
            <a:ext cx="9144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53328" y="3858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vs original paper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053328" y="41879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Defazio et al. never evaluate on held-out data. Optimizer choice affects training efficiency, not generalization on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420624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verdict: SAGA's core claims hold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335024"/>
            <a:ext cx="5486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3898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SVRG wins training 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73736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train loss (0.05580), most stable across seeds. Costs 3× grad evals (40,950).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40864"/>
            <a:ext cx="5486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50545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39572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is the efficiency sweet spot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74320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lr=0.03: matches SVRG quality at ⅓ the cost. Confirmed, but only when tuned.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346704"/>
            <a:ext cx="5486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40156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≠ Generalization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74904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finding: all methods reach the same val loss (~0.088). SVRG's extra compute buys nothing on this dataset.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335024"/>
            <a:ext cx="256032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417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810512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small dataset (n=569), different benchmark from original paper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check excludes SAGA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test on COVTYPE (581K) and sparse datasets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SGD: speed  ·  SVRG: reliability  ·  SAGA: efficiency (with tuning)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633</Words>
  <Application>Microsoft Macintosh PowerPoint</Application>
  <PresentationFormat>On-screen Show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SAGA – 5-min Lightning Talk</dc:title>
  <dc:subject>PptxGenJS Presentation</dc:subject>
  <dc:creator>PptxGenJS</dc:creator>
  <cp:lastModifiedBy>Jihyun Kim</cp:lastModifiedBy>
  <cp:revision>6</cp:revision>
  <dcterms:created xsi:type="dcterms:W3CDTF">2026-04-20T14:32:58Z</dcterms:created>
  <dcterms:modified xsi:type="dcterms:W3CDTF">2026-04-21T14:35:09Z</dcterms:modified>
</cp:coreProperties>
</file>